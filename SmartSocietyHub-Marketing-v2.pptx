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0"/>
            <a:ext cx="121920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86868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9572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Digital Platform for Residential Societies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 ·  Security  ·  Complaints  ·  Parking  ·  Staff  ·  Finance  ·  Mobile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14884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Modules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3657600"/>
            <a:ext cx="214884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66360" y="3657600"/>
            <a:ext cx="214884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3657600"/>
            <a:ext cx="214884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29800" y="3657600"/>
            <a:ext cx="214884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Multi-Society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D0B2E"/>
          </a:solidFill>
          <a:ln w="12700">
            <a:solidFill>
              <a:srgbClr val="0D0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Society Chairman  |  SmartSocietyHub Team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0" y="5029200"/>
            <a:ext cx="9144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0" y="5394960"/>
            <a:ext cx="9144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0" y="5760720"/>
            <a:ext cx="9144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SmartSocietyHub?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digital platform — every need of your society, solved in one place.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replaces paper registers, WhatsApp chaos, and Excel sheets with a single smart platform that manages billing, security, complaints, parking, staff, accounting and governance — for societies of any size.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278892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2788920" cy="4572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86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" y="3218688"/>
            <a:ext cx="257860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bills, UPI payments, receipts, ledger, budgets, fund accounts, salary,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2286000"/>
            <a:ext cx="278892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228600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286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10128" y="2834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19856" y="3218688"/>
            <a:ext cx="257860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visitor gate, guard patrol, blacklist, QR entry, packages, gate incidents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0216" y="2286000"/>
            <a:ext cx="278892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0216" y="2286000"/>
            <a:ext cx="2788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286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0216" y="2834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9944" y="3218688"/>
            <a:ext cx="257860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Complaints, notices, forum, polls, events, meetings, facility booking, marketplace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90304" y="2286000"/>
            <a:ext cx="278892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90304" y="2286000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0304" y="2286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90304" y="2834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Property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00032" y="3218688"/>
            <a:ext cx="257860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tenants, staff, vendors, assets, parking, move-in/out, credential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Every Chairman Faces Daily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SmartSocietyHub → After SmartSocietyHub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5257800" cy="32918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81328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SmartSocietyHub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81328"/>
            <a:ext cx="525780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81328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SmartSocietyHub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0116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Bills sent on paper or WhatsApp — residents ignore them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0116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Auto-generated bills sent via app + WhatsApp — no paper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84755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476195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idea which flat has paid — track in Excel sheet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384755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2476195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dashboard: paid/pending/defaulters visible in one click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49270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94071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Residents pay cash to watchman — no receipt, no proof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849270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294071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payment in app — auto-receipt generated &amp; stored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13786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40522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visitor register — anyone can enter false entry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313786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40522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gate log with OTP, photo &amp; real-time resident approval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78301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69741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Complaints told verbally — forgotten, no follow-up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778301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63640" y="3869741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complaints with SLA timer, escalation &amp; satisfaction rating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42816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433425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Parking disputes — no record of who was assigned what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242816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63640" y="433425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slot assignment history with timestamps &amp; vehicle details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707331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4798771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Staff attendance in notebook — salary disputes monthly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707331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4798771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attendance + payroll — salary auto-added to expenses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5171846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" y="526328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AGM notices on paper/WhatsApp — no formal record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5171846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63640" y="526328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Push notification to all residents + PDF minutes stored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5636362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02920" y="572780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financial report ready for auditor or CA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5636362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63640" y="572780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balance, ledger &amp; P&amp;L generated in one click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6100877"/>
            <a:ext cx="52578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2920" y="6192317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Sinking fund balance unknown — no one knows the figure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6100877"/>
            <a:ext cx="52578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63640" y="6192317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Fund accounts with every debit/credit transaction tracked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692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1 OF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Billing — Fully Automated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generating bills to collecting payments — zero manual effort.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Billing &amp; Invoice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182880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maintenance amount,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day &amp; late fee once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12264" y="2331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04288" y="1938528"/>
            <a:ext cx="182880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304288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50008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once — bills auto-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for every flat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96512" y="2331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88536" y="1938528"/>
            <a:ext cx="182880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8536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288536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34256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push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instantly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80760" y="2331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72784" y="1938528"/>
            <a:ext cx="182880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72784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Pays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18504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deep-link / QR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NEFT / cheque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65008" y="2331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57032" y="1938528"/>
            <a:ext cx="182880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57032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2752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receipt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unique number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49256" y="2331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241280" y="1938528"/>
            <a:ext cx="182880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4128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87000" y="2633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auto-updated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(double-entry)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52044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Bill Types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sinking, repair, parking, one-time, advance deposit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227832" y="352044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319272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Billing Cycles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19272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quarterly, half-yearly, yearly, one-time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135624" y="352044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27064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Auto Late Fees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27064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automatically after due date — configurable per society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9043416" y="352044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34856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GST Ready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34856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 auto-applied on bills exceeding ₹7,500 threshold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320040" y="452628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11480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Dashboard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1480" y="4873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generated, collected, pending &amp; collection % at a glance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227832" y="452628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19272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Edit / Delete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19272" y="4873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amount or due date of any unpaid bill before locking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135624" y="452628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227064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4 Payment Modes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27064" y="4873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· Cash · NEFT / RTGS · Cheque — all accepted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9043416" y="4526280"/>
            <a:ext cx="2743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134856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CSV Export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134856" y="4873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full billing data for CA, auditor or archival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2 OF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Budgets &amp; Fund Accounts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rupee spent — with proof, categories, and fund-level control.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Expense Management  ·  Budget Planning  ·  Fund Accounts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Expense Categories (40+ sub-types)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Maintenance &amp; Repairs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0" y="23042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Civil / Plumbing / Electrical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70662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Staff Salaries &amp; Payroll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70662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PF / ESIC / Contractor Payments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Utilities — Electricity, Water, Diesel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310896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Lift / Generator / CCTV Maintenance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Gym / Clubhouse / Pool Upkeep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351129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Events &amp; Festivals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Legal &amp; Audit Fees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391363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&amp; Printing Expenses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334256"/>
            <a:ext cx="274320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43708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Bill Proof Upload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90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photo/scan of invoice — admin verifies digitally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4334256"/>
            <a:ext cx="274320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10128" y="43708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Vendor Linking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4590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expense to a registered vendor/contractor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992624"/>
            <a:ext cx="274320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5029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TDS Tracking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52486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TDS %, amount deducted &amp; net payable per vendor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4992624"/>
            <a:ext cx="274320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10128" y="5029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Fund Debit Link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0128" y="52486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can debit directly from sinking/reserve fund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1508760"/>
            <a:ext cx="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1508760"/>
            <a:ext cx="0" cy="48463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192024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Budget Planning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304288"/>
            <a:ext cx="55778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36208" y="2340864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Set category-wise planned budget for each fiscal year (Apr–Mar)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2779776"/>
            <a:ext cx="55778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36208" y="281635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System auto-pulls actual spend from expenses &amp; fund debits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3255264"/>
            <a:ext cx="55778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36208" y="3291840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Variance tracking: see exactly where you are over/under budget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3730752"/>
            <a:ext cx="55778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36208" y="3767328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Visual bar chart — planned vs actual side by side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36208" y="4242816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Indian fiscal year format (2025-26, 2026-27) built-in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47548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Fund Accounts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510235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Types: Sinking Fund · Corpus Fund · Reserve Fund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26480" y="544982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Credit (deposit) and debit (spend) with full transaction log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26480" y="57972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Debit auto-creates linked expense entry — no double entry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26480" y="61447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Balance shown per fund with running history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3 OF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Staff Salaries &amp; Double-Entry Accounting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financial control — from rent invoices to journal vouchers.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Tenant Rent  ·  Staff Payroll  ·  Accounting Ledger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938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Tenant Rent Invoices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225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monthly rent invoices for each tenant flat separately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9806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lease period, monthly rent amount &amp; billing responsibility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735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Billing responsibility: owner pays / tenant pays / split mode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490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Tenant can view &amp; pay rent directly in their app login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245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Owner sees all rent receipts without accessing tenant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70001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Lease expiry alerts — renew or mark tenant as terminated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1920240"/>
            <a:ext cx="0" cy="43891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938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Staff Payroll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28600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23225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salary entry: basic pay, overtime, deductions, bonus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761488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79806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Roles: Security · Housekeeping · Manager · Electrician · Plumber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3236976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32735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 pay auto-calculated after deductions and additions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712464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37490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 as paid — auto-creates expense entry for that month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4187952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63640" y="42245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 modes: Cash · NEFT · Cheque · UPI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466344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470001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Month-wise salary history for every staff member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5230368"/>
            <a:ext cx="11457432" cy="32918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230368"/>
            <a:ext cx="11457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 Double-Entry Accounting: Ledger Accounts · Journal Vouchers (Draft/Posted/Void) · Trial Balance · P&amp;L Report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5623560"/>
            <a:ext cx="28346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" y="5660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Chart of Accounts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" y="5925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LIABILITY, INCOME, EXPENSE, EQUITY tree structure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55848" y="5623560"/>
            <a:ext cx="28346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465576" y="5660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Journal Vouchers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65576" y="5925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POSTED → VOID workflow with full audit trail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45936" y="5623560"/>
            <a:ext cx="28346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55664" y="5660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Trial Balance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55664" y="5925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trial balance matching income vs expense for CA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336024" y="5623560"/>
            <a:ext cx="28346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445752" y="5660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Ledger Entries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45752" y="5925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expense &amp; bill auto-generates a ledger entry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4 OF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 — One Click to Board-Ready Data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your CA, auditor, or AGM will ever ask for — generated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Reports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37490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38528"/>
            <a:ext cx="3749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38528"/>
            <a:ext cx="3749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38528"/>
            <a:ext cx="3749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Monthly Collection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41401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flats: active, vacant, new move-ins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29768" y="288950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Bills generated vs collected vs pending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29768" y="3364992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Collection rate % for the month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29768" y="3840480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Payment method breakdown: Cash · UPI · NEFT · Cheque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29768" y="4315968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List of defaulter flats with owner name &amp; contact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29768" y="479145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export for follow-up calls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297680" y="1938528"/>
            <a:ext cx="3749040" cy="36576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938528"/>
            <a:ext cx="3749040" cy="36576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1938528"/>
            <a:ext cx="3749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1938528"/>
            <a:ext cx="3749040" cy="3840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Annual Report (12-Month View)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07408" y="241401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Month-by-month billing, collection &amp; pending data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407408" y="288950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Year-on-year collection rate trend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407408" y="3364992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generated, total collected, total pending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407408" y="3840480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Bar chart with monthly trends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407408" y="4315968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Annual totals summary row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407408" y="479145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full year to Excel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275320" y="1938528"/>
            <a:ext cx="37490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1938528"/>
            <a:ext cx="37490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1938528"/>
            <a:ext cx="3749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75320" y="1938528"/>
            <a:ext cx="37490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Financial Report (P&amp;L)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85048" y="241401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Income: Maintenance + Marketplace + Other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385048" y="288950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Expenses by category with breakdowns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385048" y="3364992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Profit or Loss for the period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385048" y="3840480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Fund account balances snapshot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385048" y="4315968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Budget vs actual variance table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8385048" y="479145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Charts: Donut (expense split), Line (trend)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365760" y="6327648"/>
            <a:ext cx="11457432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32764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All reports export to CSV / Excel  ·  Bar charts, Donut charts &amp; Line trend charts built-in  ·  No external tools needed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1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Visitor Gate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paper register — every visitor logged, verified &amp; tracked in real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Visitor Entry &amp; Exit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2194560" cy="144475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38528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359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" y="267004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pre-approves visitor in app before arrival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78024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70048" y="1938528"/>
            <a:ext cx="2194560" cy="144475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70048" y="1938528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61488" y="2359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OTP/Passcode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267004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shows passcode or QR at gate — guard verifies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8032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0056" y="1938528"/>
            <a:ext cx="2194560" cy="144475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0056" y="1938528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11496" y="2359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267004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logs name, phone, purpose, vehicle &amp; photo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70064" y="1938528"/>
            <a:ext cx="2194560" cy="144475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70064" y="1938528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0064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61504" y="2359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Resident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43216" y="267004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gets push notification — can approve/reject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28048" y="24231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720072" y="1938528"/>
            <a:ext cx="2194560" cy="144475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20072" y="1938528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0072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811512" y="2359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Logged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93224" y="267004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time auto-stamped — full visit duration saved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547872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547872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Types Supported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547872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547872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Gate Features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931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  Delivery boy (Swiggy, Zomato, Amazon etc.)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3525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Guest / Relative visit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773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Service technician / plumber / electrician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51937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🚕  Cab / auto (OLA, Uber, Rapido)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56144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Contractor / vendor visit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6035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Walk-in / other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72200" y="3931920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291072" y="39593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Blacklist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1072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known threats — auto-rejected at gate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915400" y="3931920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034272" y="39593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 Log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34272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in/out tracking per flat — guard logs courier name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4590288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291072" y="46177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Visitor History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91072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searchable visitor log by flat, name or date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15400" y="4590288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034272" y="46177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Gate Incidents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034272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log security incidents with description &amp; evidence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72200" y="5248656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291072" y="52760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Expected Visitor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91072" y="5486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arrival time — guard sees 'expected list' in advance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915400" y="5248656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9034272" y="52760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Gate Stats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034272" y="5486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count: visitors in, expected, pending approval, packages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2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Management &amp; Patrol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guard app — separate login, separate data, complete accountability.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Guard Gate App  ·  Patrol Logs  ·  Incident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App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Patrol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Separate Guard Login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have their own app login — they never see resident financial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632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Flat Directory View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009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can lookup flat → current occupant name &amp; phone for verification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307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Live Gate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68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inside, expected arrivals, pending approvals &amp; pending packages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3616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3982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 Management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incoming parcels with courier name &amp; flat number — resident notified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0657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Staff Check-in/out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staff (maid, cook, driver) entry &amp; exit logged by guard separately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69671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73328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Reject Visitor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971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can reject entry — logs the reason for incident tracking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Checkpoint Marking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marks each physical checkpoint on patrol round — timestamped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2666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0632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Patrol Routes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3009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 patrol routes with multiple checkpoints per round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9417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7307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 Round Timing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968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records start time, end time &amp; total duration of each patrol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3616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3982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Incident Reporting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files incident report with category (theft, damage, suspicious person)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502920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0657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Patrol History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of all guard rounds — see gaps, missed rounds &amp; patterns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569671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573328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Gate Incidents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63640" y="5971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incidents escalated to chairman — timestamp + full description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3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&amp; Safety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SOS, built-in helplines, and vendor emergency contacts — always ready.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Emergency SOS  ·  Contact Book  ·  Safety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Book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 Alert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triggers Fire SOS — alerts all committee members simultaneously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632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Medical Emergency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009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SOS with built-in 102 (Ambulance) helpline shortcut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307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Alert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68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SOS sent to guards + chairman instantly on trigger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361688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3982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Other Emergency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SOS for any situation — alerts nearest responders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0657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Broadcast Alert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can send emergency broadcast to all residents in 1 click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696712"/>
            <a:ext cx="557784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73328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National Helplines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971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(Police) · 101 (Fire) · 102 (Ambulance) · 1091 (Women) · 108 (Disaster)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Plumber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society plumber with phone — available/unavailable toggle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2666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0632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Electrician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3009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call contact with one tap from any resident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9417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7307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Ambulance / Hospital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9684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Society-linked hospital or doctor on speed contact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3616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3982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🚒  Fire Brigade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fire station number with area address stored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502920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0657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Pest Control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 vendor with contact &amp; service area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569671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573328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Legal Adviser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63640" y="5971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legal adviser name &amp; phone — stored in settings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 · 1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&amp; SLA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raise issues in the app — tracked, assigned &amp; closed with accountability.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Complaint Lifecycle  ·  SLA Enforcement  ·  Satisfaction Rating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Complaint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(low/medium/high/urgent)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photo/video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12264" y="260604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04288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04288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50008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 Starts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50008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Plumbing=24h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Electrical=12h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General=48h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(configurable)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96512" y="260604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88536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88536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8536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34256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Staff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34256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assigns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vendor / internal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60604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2784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2784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18504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18504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SLA?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Secretary→Chairman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65008" y="260604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57032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57032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02752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+ Proof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02752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adds resolution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proof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049256" y="260604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241280" y="1938528"/>
            <a:ext cx="1828800" cy="15727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241280" y="1938528"/>
            <a:ext cx="182880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1938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287000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Rates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87000" y="27066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satisfaction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+ comment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by resident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65760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65760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Categories &amp; Priorities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65760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65760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05993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Plumbing — pipe leaks, clog, water pump issues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" y="44622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Electrical — wiring, meter, power supply faults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11480" y="486460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Cleanliness — garbage, common area hygiene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" y="526694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— unauthorised entry, guard behaviour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11480" y="56692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Parking — illegal parking, damage, disputes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1480" y="607161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General — lift, garden, signage, others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26480" y="4059936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236208" y="40965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Stats Dashboard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6236208" y="430682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In-progress / Resolved / Total count live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8869680" y="4059936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979408" y="40965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Filter &amp; Search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8979408" y="430682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category, flat number or date range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6126480" y="4663440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236208" y="4700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Media Attachments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6236208" y="49103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attaches photo/video when raising complaint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8869680" y="4663440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979408" y="4700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Share Complaint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8979408" y="49103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complaint link — committee members can view details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6126480" y="5266944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236208" y="5303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Satisfaction Score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6236208" y="55138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CSAT score helps committee assess service quality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8869680" y="5266944"/>
            <a:ext cx="2633472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8979408" y="5303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SLA Config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8979408" y="55138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has its own SLA hours — chairman configures once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 · 2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Communication &amp; Governance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· Forum · Polls · Events · Meeting Minutes — all in one digital board.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2816352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81328"/>
            <a:ext cx="2816352" cy="4114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81328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Notice 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196596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Categories: General, Event, Maintenance, Emergency, Meeting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29768" y="249631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Pin important notices to top — expiry date setting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29768" y="302666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 receipt tracking — see who has read each notice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29768" y="3557016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Push notification sent to every resident instantly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29768" y="408736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Archive old notices — searchable by category &amp; date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310128" y="1481328"/>
            <a:ext cx="2816352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1481328"/>
            <a:ext cx="28163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481328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Community Forum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9856" y="196596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Threaded discussions — residents post &amp; reply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419856" y="249631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Replace WhatsApp groups with structured forum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419856" y="302666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Topic-based threads — no message getting lost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419856" y="3557016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Committee can moderate or close any thread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419856" y="408736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Forum linked to resident login — no anonymous posts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300216" y="1481328"/>
            <a:ext cx="2816352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0216" y="1481328"/>
            <a:ext cx="28163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1481328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Polls &amp; Voting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9944" y="196596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polls with custom options for any society decision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409944" y="249631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vote per flat number — no stuffing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409944" y="302666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poll close date/time — auto-closes at deadline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409944" y="3557016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result view — chairman sees count in real time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409944" y="408736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for AGM resolutions, rule changes, event decisions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290304" y="1481328"/>
            <a:ext cx="2816352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90304" y="1481328"/>
            <a:ext cx="2816352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1481328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Events &amp; Meeting Minutes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00032" y="196596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society events — Diwali, sports, clean-up drives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400032" y="249631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RSVP tracking — see who is coming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9400032" y="302666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Meeting types: AGM · SGM · Committee · General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9400032" y="3557016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Record attendees, agenda, minutes &amp; decisions formally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9400032" y="408736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Meeting minutes stored as permanent society record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 · 3 OF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Management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parking control — zones, slots, assignments, vehicles &amp; peer sharing.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Parking Zones  ·  Slot Assignment  ·  Vehicle Registry  ·  Sharing Marketplace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Core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EV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Zone Management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parking zones by wing, level or area — e.g. B1/B2/Open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Slot Types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· BIKE · EV · VISITOR · STAFF — each slot has its own 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Slot Assignment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slot to flat/occupancy — owner, tenant, temporary or visitor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Assignment History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who had which slot — with date ranges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Reassignment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reassign when a tenant moves out — no gaps or disputes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Occupancy 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grid: see assigned, vacant &amp; blocked slots at a glance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🚘  Vehicle Registry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car/bike with number, sticker ID per flat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 Charging Slot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EV slot type with charging status tracking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Parking Sharing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with empty slot can share/rent to another resident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Parking Request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raises a parking request — admin approves &amp; assigns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Paid Parking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Marketplace: set price for slot sharing between residents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Blocked Slots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6364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slots as BLOCKED or MAINTENANCE — prevents assignment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&amp; Facility Booking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gym, hall, pool or any facility online — no calls, no conflicts, no overlap.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Facility Booking  ·  Policies  ·  Waitlist  ·  Penalties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&amp; Booking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Policies &amp; Controls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Gym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gym slot by hour — max capacity enforced per slot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Swimming Pool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or full pool booking with time slots &amp; cooling period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Party / Banquet Hall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hall booking with purpose &amp; guest count limit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 Sports Courts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Badminton, tennis, basketball — per-hour booking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Garden / Terrace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area booking for events, photoshoots or BBQ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Meeting Room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or corporate meeting room with time blocks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Max Hours / Day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how many hours one flat can book per day per facility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Cooldown Period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gap between bookings — prevent back-to-back monopoly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Guest Limit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 number of guests allowed per booking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Cancellation Cutoff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can only be cancelled N hours before start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 Required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booking before it is confirmed (optional)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Usage Penalties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6364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damage or misuse — generate penalty invoice automatically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6309360"/>
            <a:ext cx="11457432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Waitlist system for fully booked slots  ·  Blackout / Maintenance schedules  ·  No-show &amp; damage logging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MANAGEMENT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Tenants &amp; Domestic Staff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registry for owners, tenants, and every domestic worker in your society.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81328"/>
            <a:ext cx="3749040" cy="4114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Member / Resident Registry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Flat-wise owner &amp; family member records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2976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Wing filter, occupancy status, flat type (1BHK–4BHK)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2976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Owner contact: name, phone, email, alternate phone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2976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 by flat number or owner name instantly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2976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Bulk CSV import for initial onboarding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2976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full member list with contact details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29768" y="492861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Paginated list — handles 500+ flats with ease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29768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481328"/>
            <a:ext cx="3749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Tenant 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0740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tenant: name, phone, email, lease start/end, rent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40740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Lease status: Pending → Active → Expired → Terminated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40740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Billing responsibility: Owner / Tenant / Split mode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40740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login created for tenant — own portal to pay rent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40740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Society join code shared with tenant for onboarding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40740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Owner notified on lease expiry for renewal action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407408" y="492861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Move-in / move-out checklists linked to tenancy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7532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1481328"/>
            <a:ext cx="3749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Domestic Staff (per Flat)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8504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Categories: Maid · Cook · Driver · Nanny · Gardener · Watchman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38504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 staff to one or more flats with agreed monthly pay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38504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Entry code for staff gate check-in via guard app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38504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attendance marked by guard on arrival/departure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38504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Active / inactive toggle per staff member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38504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Staff contact details available to linked flat owners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8385048" y="492861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Salary payments tracked via resident staff payment module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 · Vendor Directory · Documents · Move Events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physical assets, approved vendors, society documents, and move-in/out events.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Asset Register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8653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Asset types: Generator · Elevator · Pump · Gym Equip · CCTV · Furniture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4086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Purchase date, purchase amount &amp; current (depreciated) value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8163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Warranty end date alert — never miss a claim window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918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Maintenance schedule in days — auto-flags overdue assets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673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Condition tracking: Excellent → Good → Fair → Poor → Out of Order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4281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asset value shown on dashboard for insurance reference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89320" y="1481328"/>
            <a:ext cx="0" cy="5120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Vendor Directory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186537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Categories: Plumbing · Electrical · Civil · Housekeeping · Security · IT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126480" y="2304288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234086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Phone, email and service area for each vendor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126480" y="2779776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8163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AMC (Annual Maintenance Contract) tracking per vendor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126480" y="3255264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32918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AMC start/end date + monthly/annual AMC amount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126480" y="3730752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37673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Vendor linked to complaints — assign directly when logging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126480" y="4206240"/>
            <a:ext cx="5440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63640" y="424281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Vendor linked to expenses — auto-fills vendor name on payment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365760" y="4700016"/>
            <a:ext cx="11457432" cy="34747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00016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Documents Store  ·  🚛  Move-In / Move-Out Events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138928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" y="517550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Categories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475488" y="5385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Bylaws, Society Rules, NOC letters, Meeting Minutes, Financial statements, General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224528" y="5138928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334256" y="517550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Storage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4334256" y="5385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uploaded with name, size &amp; uploader — always accessible to committee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083296" y="5138928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93024" y="517550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Document Sharing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8193024" y="5385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bylaws or NOC with specific residents — one link, no email chains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365760" y="5815584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5488" y="58521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Move-In Checklist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475488" y="6062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checklist for move-in: key handover, parking, meter reading, deposit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4224528" y="5815584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334256" y="58521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Move-Out Checklist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4334256" y="6062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checklist: NOC, pending dues, flat condition, key return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8083296" y="5815584"/>
            <a:ext cx="37490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93024" y="58521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Move Event Status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8193024" y="6062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 Completed — chairman tracks all move events for the month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Reminders &amp; Push Notifications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who don't open the app still get payment reminders — on WhatsApp.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WhatsApp Reminder Engine  ·  Push Notifications  ·  Resident Marketplace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Payment Reminders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Defaulter Reminders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payment reminder to specific flat or all pending flats in one click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Custom Templates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Marathi templates built-in — edit before sending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Template Variables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flat number, owner name, amount due &amp; due date in message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Direct WhatsApp Link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taps link → WhatsApp opens with pre-filled message to pay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API Integration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(optional) for bulk automated sending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Last Reminder Date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tracks last reminder sent per flat — avoids duplicate spam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35915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95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Bill Due Alert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633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when maintenance bill is generated for that flat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054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Payment Confirmed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291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gets confirmation push when payment is marked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75888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3712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Complaint Update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 status change: In Progress / Resolved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334256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3708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New Notice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6085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to all residents when committee posts a notice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4992624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0292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New Poll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2669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residents notified when a new poll is created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5650992"/>
            <a:ext cx="55778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63640" y="56875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Visitor at Gate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63640" y="59253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gets push when guard logs a visitor for their flat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6309360"/>
            <a:ext cx="11457432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Resident Marketplace: Buy/sell furniture, electronics, appliances within society — with moderation &amp; interest tracking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201168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Android + iOS App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 — full web app AND a native Android/iOS app. No extra cost.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5440680" cy="31089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2880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 by User Role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4068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82880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Technology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225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Resident App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bills, raise complaints, book amenities, view notices, forum &amp; polls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8094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Chairman / Admin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dashboard: billing, expenses, reports, settings, credentials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02736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3931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Treasurer View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77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receipts, fund accounts, salary, expense management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261104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2976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Guard App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5354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secure login — visitor log, packages, staff check-in only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919472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95604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Tenant Portal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5193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pay rent, raise complaints, see notices — scoped access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5577840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561441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Owner Portal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852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rent invoices, occupant details, billing — even from NRI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2286000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23225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Works Offline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caches data locally — guards in basements can still log entries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944368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98094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Request Queue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offline are queued — auto-sync when internet returns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602736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63931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Exponential Backoff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877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requests retry automatically with smart backoff — no data loss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4261104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63640" y="42976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Sync on Reconnect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5354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queued actions flush immediately when connectivity is restored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919472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63640" y="495604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Offline Diagnostics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5193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diagnostics log errors for debugging without affecting users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5577840"/>
            <a:ext cx="5577840" cy="56692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63640" y="561441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Capacitor 6 Engine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852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Capacitor v6 — wraps Next.js web app as native mobile app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Your Society in Your Pocket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· Activity Log · Sessions · Society Settings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administrative control — user management, audit trails &amp; security settings.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81328"/>
            <a:ext cx="3749040" cy="4114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Credential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all accounts: Admins, Members, Tenants, Guards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2976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app logins for all flat owners in bulk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2976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 roles: Chairman · Secretary · Treasurer · Member · Guard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2976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 society join code — residents join using this code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2976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export of all credentials for distribution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2976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visibility toggle for shared setup sessions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29768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481328"/>
            <a:ext cx="3749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Activity Audit 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0740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Every action logged: created · updated · deleted · paid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40740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Modules tracked: bill, expense, complaint, parking, flat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40740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Actor name + timestamp + IP address recorded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40740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Who changed what, when — full accountability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40740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Searchable by module, action type or date range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40740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Tamper-proof log — nobody can delete audit history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275320" y="1481328"/>
            <a:ext cx="3749040" cy="4956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1481328"/>
            <a:ext cx="37490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Society Settings &amp; Sessions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85048" y="196596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Society name, logo, address, UPI ID, bank details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385048" y="2459736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Maintenance amount, due day &amp; late fee configuration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385048" y="2953512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SLA hours per complaint category (plumbing=24h etc.)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385048" y="3447288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Emergency phone &amp; legal adviser details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385048" y="3941064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Subscription plan tier &amp; recharge history tracking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385048" y="4434840"/>
            <a:ext cx="35295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active login sessions — revoke from any device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— Built for Indian Societies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society data is 100% isolated, encrypted, and audit-trailed at all times.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Security  ·  Role-Based Access  ·  Multi-Society Isolation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9751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Session Encryption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24942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logins secured with encrypted JWT tokens — sessions auto-expire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938528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9751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6-Level Role-Based Access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24942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· Secretary · Treasurer · Member · Tenant · Guard — each scoped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Multi-Society Data Isolation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0540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 cannot see Society B data — complete tenant isolation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Full Audit Trail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0540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user, timestamp, module and IP address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584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Rate Limiting on 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858768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protection — login attempts rate-limited at server level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3547872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3584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HTTP Security Headers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858768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security headers on every page and API endpoint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352544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389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PostgreSQL + Prisma 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66344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relational database with type-safe query layer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4352544"/>
            <a:ext cx="5577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4389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Multi-Device Session Control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466344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 sessions — revoke any suspicious device instantly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&amp; Running in 24 Hours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team. No training. No technical knowledge needed — we set everything up for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37360"/>
            <a:ext cx="3749040" cy="457200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3749040" cy="5029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313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Onboard Your Society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82112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9184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 society name, address &amp; flat list with us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create your database in less than 1 working day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02920" y="427939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society logo and UPI ID are configured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02920" y="477316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(Chairman) account created &amp; handed over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2920" y="526694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&amp; push notification settings activated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297680" y="1737360"/>
            <a:ext cx="3749040" cy="457200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737360"/>
            <a:ext cx="3749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89120" y="2313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9768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Join the App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29184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Residents download SmartSocietyHub from Play/App Store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480560" y="378561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with unique society code shared by chairman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480560" y="427939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Profile auto-linked to their flat number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480560" y="477316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 gets separate login for gate management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480560" y="526694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Tenants get scoped login — only see their data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275320" y="1737360"/>
            <a:ext cx="3749040" cy="457200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1737360"/>
            <a:ext cx="37490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66760" y="2313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7532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Digital Immediately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49640" y="3182112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329184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first month's maintenance bills in 1 click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458200" y="378561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Residents pay via UPI — receipts auto-generated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458200" y="427939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 starts digital visitor log from day one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8458200" y="477316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 first notice — all residents notified instantly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458200" y="526694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reminders sent to defaulters automatically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From Paper to Digital in 24 Hours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Plans — No Hidden Costs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price per month. All features included. Cancel anytime.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Starter  ·  Professional  ·  Enterprise — 30-Day Free Trial on All Plans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66544"/>
            <a:ext cx="3749040" cy="4434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66544"/>
            <a:ext cx="3749040" cy="43891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665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Flats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87121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" y="3547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+ GST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858768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68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Maintenance Billing &amp; UPI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Visitor Gate Log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Complaints &amp; Notices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5010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Member Directory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5358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Financial Reports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57058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053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Activity Audit Log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1901952"/>
            <a:ext cx="3931920" cy="4773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1901952"/>
            <a:ext cx="3749040" cy="4434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1901952"/>
            <a:ext cx="37490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1901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Flats  ★ Popular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0" y="270662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29768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+ GST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694176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8039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80560" y="41513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Parking Management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4498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Amenity / Facility Booking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4846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Attendance &amp; Payroll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0" y="5193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Tenant Management &amp; Rent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5541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Polls, Events &amp; Meeting Minutes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58887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Reminders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62362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2066544"/>
            <a:ext cx="3749040" cy="4434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75320" y="2066544"/>
            <a:ext cx="374904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0665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7532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Flats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75320" y="287121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₹5,999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8275320" y="3547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+ GST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49640" y="3858768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3968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Professional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58200" y="43159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Double-Entry Accounting Ledger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58200" y="4663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Balance &amp; Journal Vouchers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58200" y="5010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Planning &amp; Fund Accounts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458200" y="5358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Asset Register &amp; Vendor Directory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58200" y="57058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Multi-Society Dashboard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58200" y="6053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Branding &amp; API Access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58200" y="6400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6309360"/>
            <a:ext cx="11457432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30-day free trial · 20% off on annual billing · Onboarding support included on all plans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Reasons Society Chairmen Choose SmartSocietyHub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India. Priced for India. Designed for every society, big or small.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112471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2267712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53619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1481328"/>
            <a:ext cx="2267712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153619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20848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1481328"/>
            <a:ext cx="2267712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153619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74920" y="20848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481328"/>
            <a:ext cx="2267712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153619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52360" y="20848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829800" y="1481328"/>
            <a:ext cx="2267712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29800" y="153619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829800" y="20848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 App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670048"/>
            <a:ext cx="11457432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70048"/>
            <a:ext cx="548640" cy="67665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70048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27066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Built for India — Not Adapted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2990088"/>
            <a:ext cx="10625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 links, GST compliance, WhatsApp reminders in Hindi/Marathi, Indian fiscal year (Apr–Mar), rupee formatting — every detail designed for Indian societies.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20040" y="3438144"/>
            <a:ext cx="11457432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438144"/>
            <a:ext cx="548640" cy="67665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438144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3474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Web + Mobile for One Price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0120" y="3758184"/>
            <a:ext cx="10625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full web dashboard AND native Android + iOS apps for all user roles — Chairman, Resident, Tenant, Guard — all included in the same subscription.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11457432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06240"/>
            <a:ext cx="548640" cy="67665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06240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0120" y="4242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Truly Works Offline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526280"/>
            <a:ext cx="10625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in the basement, residents in lifts — the app still works. Data queues offline and syncs the moment internet returns. No data loss, ever.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20040" y="4974336"/>
            <a:ext cx="11457432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974336"/>
            <a:ext cx="548640" cy="67665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974336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60120" y="50109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 &amp; AGM Ready Instantly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60120" y="5294376"/>
            <a:ext cx="10625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balance, ledger, P&amp;L, fund accounts, journal vouchers — all generated in one click. No CA needs to chase the secretary for Excel files before audit.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320040" y="5742432"/>
            <a:ext cx="11457432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5742432"/>
            <a:ext cx="548640" cy="676656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5742432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0120" y="57790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Zero IT Overhead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60120" y="6062472"/>
            <a:ext cx="10625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hosting, backups, security patches and updates. You manage your society — we manage the technology. No server, no IT person, no maintenance cost.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Society Today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30-Day Trial — No Credit Card, No Commitment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31720"/>
            <a:ext cx="32918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Book a Free Demo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329184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Free Trial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Us Now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749040" cy="109728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/ Call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4840" y="3246120"/>
            <a:ext cx="3749040" cy="109728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639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hello@smartsocietyhub.in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3246120"/>
            <a:ext cx="3749040" cy="109728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3639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www.smartsocietyhub.in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paper registers to a fully digital society — in 24 hours."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Auto Billing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13432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13432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UPI Payments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06824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06824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Digital Gate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0216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0216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Complaints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93608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93608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 Parking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87000" y="5230368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287000" y="5230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Amenities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Staff &amp; Payroll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13432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313432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06824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06824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WhatsApp Alerts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0216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00216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93608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93608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Offline Mode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287000" y="5705856"/>
            <a:ext cx="1920240" cy="402336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287000" y="5705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Audit Log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Complete Society Management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2026-05-28T12:50:35Z</dcterms:created>
  <dcterms:modified xsi:type="dcterms:W3CDTF">2026-05-28T12:50:35Z</dcterms:modified>
</cp:coreProperties>
</file>